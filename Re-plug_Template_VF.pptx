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4" r:id="rId4"/>
    <p:sldId id="265" r:id="rId5"/>
    <p:sldId id="258" r:id="rId6"/>
    <p:sldId id="259" r:id="rId7"/>
    <p:sldId id="260" r:id="rId8"/>
    <p:sldId id="261" r:id="rId9"/>
    <p:sldId id="262" r:id="rId10"/>
    <p:sldId id="263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4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338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21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edin.com/in/laetitia-person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32834" y="514807"/>
            <a:ext cx="1182319" cy="7671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de la présentation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3474720" y="3246120"/>
            <a:ext cx="219456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31520" y="3474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Sous-titre ou date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re-plug.fr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</a:rPr>
              <a:t>Agenda</a:t>
            </a:r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146304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490472"/>
            <a:ext cx="457200" cy="457200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premier point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417320" y="2157984"/>
            <a:ext cx="6766560" cy="7315"/>
          </a:xfrm>
          <a:prstGeom prst="rect">
            <a:avLst/>
          </a:prstGeom>
          <a:solidFill>
            <a:srgbClr val="CA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2267712"/>
            <a:ext cx="457200" cy="457200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1945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deuxième point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417320" y="2935224"/>
            <a:ext cx="6766560" cy="7315"/>
          </a:xfrm>
          <a:prstGeom prst="rect">
            <a:avLst/>
          </a:prstGeom>
          <a:solidFill>
            <a:srgbClr val="CA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3044952"/>
            <a:ext cx="457200" cy="457200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297180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troisième point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417320" y="3712464"/>
            <a:ext cx="6766560" cy="7315"/>
          </a:xfrm>
          <a:prstGeom prst="rect">
            <a:avLst/>
          </a:prstGeom>
          <a:solidFill>
            <a:srgbClr val="CA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1520" y="3822192"/>
            <a:ext cx="457200" cy="457200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37490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quatrième point</a:t>
            </a:r>
            <a:endParaRPr lang="en-US" sz="1600" dirty="0"/>
          </a:p>
        </p:txBody>
      </p:sp>
      <p:pic>
        <p:nvPicPr>
          <p:cNvPr id="24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Nos points distinctifs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347472" cy="347472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Expertise industrielle certifiée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Protocoles de réparation standardisés en environnement contrôlé, conformes aux normes européennes.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347472" cy="347472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Diagnostic propriétaire haute précision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1600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Outil logiciel Re-plug exclusif pour l'analyse cellule par cellule et l'évaluation du SOH en temps réel.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2468880"/>
            <a:ext cx="347472" cy="347472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Réseau de proximité structuré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788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Maillage national de partenaires certifiés pour une prise en charge locale rapide et fiable.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468880"/>
            <a:ext cx="347472" cy="347472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6344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Passeport batterie numérique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2788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Traçabilité complète des interventions, historique des cycles et certificat d'état de santé — anticipant la réglementation EU 2027.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3657600"/>
            <a:ext cx="347472" cy="347472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Économie circulaire intégrée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3977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Reconditionnement en milieu industriel avec cellules de dernière génération : jusqu'à +20 % d'autonomie.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657600"/>
            <a:ext cx="347472" cy="347472"/>
          </a:xfrm>
          <a:prstGeom prst="ellipse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63440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064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Garantie 2 ans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0640" y="3977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Chaque intervention est couverte par une garantie de 2 ans, avec suivi post-réparation via le Passeport batterie.</a:t>
            </a:r>
            <a:endParaRPr lang="en-US" sz="1050" dirty="0"/>
          </a:p>
        </p:txBody>
      </p:sp>
      <p:pic>
        <p:nvPicPr>
          <p:cNvPr id="30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4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L'équipe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2377440" cy="2743200"/>
          </a:xfrm>
          <a:prstGeom prst="roundRect">
            <a:avLst>
              <a:gd name="adj" fmla="val 461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17320" y="1600200"/>
            <a:ext cx="1005840" cy="100584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17320" y="1600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LP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Laetitia Person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234440" y="31546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34440" y="3154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Associée</a:t>
            </a:r>
            <a:endParaRPr lang="en-US" sz="1000" dirty="0"/>
          </a:p>
        </p:txBody>
      </p:sp>
      <p:sp>
        <p:nvSpPr>
          <p:cNvPr id="11" name="Text 9">
            <a:hlinkClick r:id="rId3"/>
          </p:cNvPr>
          <p:cNvSpPr/>
          <p:nvPr/>
        </p:nvSpPr>
        <p:spPr>
          <a:xfrm>
            <a:off x="73152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 err="1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laetitia.person@re-plug.fr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1280160"/>
            <a:ext cx="2377440" cy="2743200"/>
          </a:xfrm>
          <a:prstGeom prst="roundRect">
            <a:avLst>
              <a:gd name="adj" fmla="val 461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069080" y="1600200"/>
            <a:ext cx="1005840" cy="100584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69080" y="1600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PD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8328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Pascal Duriez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886200" y="31546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86200" y="3154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Président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1280160"/>
            <a:ext cx="2377440" cy="2743200"/>
          </a:xfrm>
          <a:prstGeom prst="roundRect">
            <a:avLst>
              <a:gd name="adj" fmla="val 4615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20840" y="1600200"/>
            <a:ext cx="1005840" cy="100584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20840" y="1600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JX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03504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Jérémie</a:t>
            </a:r>
            <a:r>
              <a:rPr lang="en-US" sz="15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Strack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37960" y="31546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37960" y="3154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Associé</a:t>
            </a:r>
            <a:endParaRPr lang="en-US" sz="1000" dirty="0"/>
          </a:p>
        </p:txBody>
      </p:sp>
      <p:pic>
        <p:nvPicPr>
          <p:cNvPr id="27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  <p:pic>
        <p:nvPicPr>
          <p:cNvPr id="1026" name="Picture 2" descr="Profile image">
            <a:extLst>
              <a:ext uri="{FF2B5EF4-FFF2-40B4-BE49-F238E27FC236}">
                <a16:creationId xmlns:a16="http://schemas.microsoft.com/office/drawing/2014/main" id="{69EF4BD8-A50A-D7FF-8DE5-FBB4CB033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902" y="1603513"/>
            <a:ext cx="1061002" cy="1061002"/>
          </a:xfrm>
          <a:prstGeom prst="ellipse">
            <a:avLst/>
          </a:prstGeom>
          <a:solidFill>
            <a:srgbClr val="0D1B2A"/>
          </a:solidFill>
          <a:ln/>
        </p:spPr>
      </p:pic>
      <p:pic>
        <p:nvPicPr>
          <p:cNvPr id="1028" name="Picture 4" descr="Profile image">
            <a:extLst>
              <a:ext uri="{FF2B5EF4-FFF2-40B4-BE49-F238E27FC236}">
                <a16:creationId xmlns:a16="http://schemas.microsoft.com/office/drawing/2014/main" id="{87CBDA26-BF30-37C7-DDDD-608415910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7832" y="1590260"/>
            <a:ext cx="1114011" cy="1114011"/>
          </a:xfrm>
          <a:prstGeom prst="ellipse">
            <a:avLst/>
          </a:prstGeom>
          <a:solidFill>
            <a:srgbClr val="0D1B2A"/>
          </a:solidFill>
          <a:ln/>
        </p:spPr>
      </p:pic>
      <p:sp>
        <p:nvSpPr>
          <p:cNvPr id="28" name="Text 9">
            <a:hlinkClick r:id="rId3"/>
            <a:extLst>
              <a:ext uri="{FF2B5EF4-FFF2-40B4-BE49-F238E27FC236}">
                <a16:creationId xmlns:a16="http://schemas.microsoft.com/office/drawing/2014/main" id="{C204769D-C03B-6D86-3FCD-86F85A50046E}"/>
              </a:ext>
            </a:extLst>
          </p:cNvPr>
          <p:cNvSpPr/>
          <p:nvPr/>
        </p:nvSpPr>
        <p:spPr>
          <a:xfrm>
            <a:off x="3362078" y="35727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 err="1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pascal.duriez@re-plug.fr</a:t>
            </a:r>
            <a:endParaRPr lang="en-US" sz="900" dirty="0"/>
          </a:p>
        </p:txBody>
      </p:sp>
      <p:sp>
        <p:nvSpPr>
          <p:cNvPr id="29" name="Text 9">
            <a:hlinkClick r:id="rId3"/>
            <a:extLst>
              <a:ext uri="{FF2B5EF4-FFF2-40B4-BE49-F238E27FC236}">
                <a16:creationId xmlns:a16="http://schemas.microsoft.com/office/drawing/2014/main" id="{D1146E4B-2791-2FDA-86C1-974128D368EF}"/>
              </a:ext>
            </a:extLst>
          </p:cNvPr>
          <p:cNvSpPr/>
          <p:nvPr/>
        </p:nvSpPr>
        <p:spPr>
          <a:xfrm>
            <a:off x="5992636" y="35794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u="sng" dirty="0" err="1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jeremie.strack@re-plug.fr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10C299F-08E4-972F-A272-F27DA46076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1791" y="1553542"/>
            <a:ext cx="1163983" cy="1163983"/>
          </a:xfrm>
          <a:prstGeom prst="ellipse">
            <a:avLst/>
          </a:prstGeom>
          <a:solidFill>
            <a:srgbClr val="0D1B2A"/>
          </a:solidFill>
          <a:ln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slide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05002" y="1279246"/>
            <a:ext cx="6795821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Corps de texte pour décrire le contenu de cette section. Utilisez cet espace pour détailler vos arguments, présenter des données ou expliquer votre approche.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endParaRPr lang="en-US" sz="1300" dirty="0"/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Vous pouvez ajouter un second paragraphe ici pour développer davantage votre propos.</a:t>
            </a:r>
            <a:endParaRPr lang="en-US" sz="1300" dirty="0"/>
          </a:p>
        </p:txBody>
      </p:sp>
      <p:pic>
        <p:nvPicPr>
          <p:cNvPr id="7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slide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Sous-titre ou point clé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Corps de texte pour décrire le contenu de cette section. Utilisez cet espace pour détailler vos arguments, présenter des données ou expliquer votre approche.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endParaRPr lang="en-US" sz="1300" dirty="0"/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Vous pouvez ajouter un second paragraphe ici pour développer davantage votre propos.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0" y="1325880"/>
            <a:ext cx="3566160" cy="2834640"/>
          </a:xfrm>
          <a:prstGeom prst="roundRect">
            <a:avLst>
              <a:gd name="adj" fmla="val 4839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2377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Image ou graphique</a:t>
            </a:r>
            <a:endParaRPr lang="en-US" sz="1300" dirty="0"/>
          </a:p>
        </p:txBody>
      </p:sp>
      <p:pic>
        <p:nvPicPr>
          <p:cNvPr id="9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1188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Fév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6344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1500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6656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18120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1554480"/>
            <a:ext cx="6309360" cy="7315"/>
          </a:xfrm>
          <a:prstGeom prst="rect">
            <a:avLst/>
          </a:prstGeom>
          <a:solidFill>
            <a:srgbClr val="CA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1691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1 — Cadrage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33472" y="1783080"/>
            <a:ext cx="1956816" cy="274320"/>
          </a:xfrm>
          <a:prstGeom prst="roundRect">
            <a:avLst>
              <a:gd name="adj" fmla="val 16667"/>
            </a:avLst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2249424"/>
            <a:ext cx="8138160" cy="5486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2286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2 — Développement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85032" y="2377440"/>
            <a:ext cx="3008376" cy="274320"/>
          </a:xfrm>
          <a:prstGeom prst="roundRect">
            <a:avLst>
              <a:gd name="adj" fmla="val 16667"/>
            </a:avLst>
          </a:prstGeom>
          <a:solidFill>
            <a:srgbClr val="7AB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1520" y="2843784"/>
            <a:ext cx="8138160" cy="5486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2880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3 — Tests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88152" y="2971800"/>
            <a:ext cx="1956816" cy="274320"/>
          </a:xfrm>
          <a:prstGeom prst="roundRect">
            <a:avLst>
              <a:gd name="adj" fmla="val 16667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1520" y="3438144"/>
            <a:ext cx="8138160" cy="5486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474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4 — Déploiement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39712" y="3566160"/>
            <a:ext cx="1956816" cy="274320"/>
          </a:xfrm>
          <a:prstGeom prst="roundRect">
            <a:avLst>
              <a:gd name="adj" fmla="val 16667"/>
            </a:avLst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1520" y="4032504"/>
            <a:ext cx="8138160" cy="5486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4069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5 — Suivi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891272" y="4160520"/>
            <a:ext cx="905256" cy="274320"/>
          </a:xfrm>
          <a:prstGeom prst="roundRect">
            <a:avLst>
              <a:gd name="adj" fmla="val 16667"/>
            </a:avLst>
          </a:prstGeom>
          <a:solidFill>
            <a:srgbClr val="434E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56032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1188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6344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71500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76656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81812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869680" y="1554480"/>
            <a:ext cx="3658" cy="2971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Vue d'ensemble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4864" cy="16459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783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bloc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 du premier point clé de la présentation. Remplacez ce texte par votre contenu.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54864" cy="16459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463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0" y="1783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bloc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103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 du deuxième point clé de la présentation. Remplacez ce texte par votre contenu.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20040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" y="3200400"/>
            <a:ext cx="54864" cy="16459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33832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bloc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023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 du troisième point clé de la présentation. Remplacez ce texte par votre contenu.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20040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3200400"/>
            <a:ext cx="54864" cy="16459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33832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2920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du bloc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4023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 du quatrième point clé de la présentation. Remplacez ce texte par votre contenu.</a:t>
            </a:r>
            <a:endParaRPr lang="en-US" sz="1100" dirty="0"/>
          </a:p>
        </p:txBody>
      </p:sp>
      <p:pic>
        <p:nvPicPr>
          <p:cNvPr id="26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Budget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7680960" cy="4114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Poste de dépense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1280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280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1280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23760" y="1280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1691640"/>
            <a:ext cx="768096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Développement produit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15 000 €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20 000 €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10 000 €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2376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45 000 €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2148840"/>
            <a:ext cx="76809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2148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Marketing &amp; Acquisition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8 000 €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12 000 €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15 000 €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35 000 €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Infrastructure technique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0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5 000 €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5 000 €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5 000 €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2606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15 000 €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3063240"/>
            <a:ext cx="76809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Ressources humaines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0" y="3063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25 000 €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3063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25 000 €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35040" y="3063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25 000 €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23760" y="3063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75 000 €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" y="3520440"/>
            <a:ext cx="768096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31520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Frais généraux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3 000 €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4632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3 000 €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3504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3 500 €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223760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9 500 €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31520" y="3977640"/>
            <a:ext cx="7680960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31520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657600" y="3977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56 000 €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46320" y="3977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65 000 €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035040" y="3977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58 500 €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223760" y="3977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179 500 €</a:t>
            </a:r>
            <a:endParaRPr lang="en-US" sz="1100" dirty="0"/>
          </a:p>
        </p:txBody>
      </p:sp>
      <p:pic>
        <p:nvPicPr>
          <p:cNvPr id="48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Autres</a:t>
            </a:r>
            <a:r>
              <a:rPr lang="en-US" sz="28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points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87552"/>
            <a:ext cx="12801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228600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179,5K€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Budget total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37560" y="1280160"/>
            <a:ext cx="228600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mois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3756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Durée du projet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2801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0" y="1280160"/>
            <a:ext cx="228600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0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+25%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94360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Croissance visée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Synthèse du projet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292608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Résumez ici les points essentiels de votre projet : contexte, objectifs stratégiques, périmètre d'intervention et résultats attendus. Ce paragraphe doit permettre au lecteur de comprendre l'ensemble du projet en quelques lignes.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endParaRPr lang="en-US" sz="1200" dirty="0"/>
          </a:p>
          <a:p>
            <a:pPr marL="171450" indent="-1714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34E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Ajoutez un second paragraphe pour détailler les prochaines étapes, les jalons clés ou les conditions de succès du projet.</a:t>
            </a:r>
            <a:endParaRPr lang="en-US" sz="1200" dirty="0"/>
          </a:p>
        </p:txBody>
      </p:sp>
      <p:pic>
        <p:nvPicPr>
          <p:cNvPr id="20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63763" y="4665269"/>
            <a:ext cx="503834" cy="3264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homasalix/Downloads/siteshopifyreplug/prototype/images/logo-replu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66083" y="514807"/>
            <a:ext cx="1182319" cy="7671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Merci.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474720" y="3200400"/>
            <a:ext cx="2194560" cy="45720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31520" y="34290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400" dirty="0" err="1">
                <a:solidFill>
                  <a:srgbClr val="CACC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contact@re-plug.fr</a:t>
            </a:r>
            <a:endParaRPr lang="en-US" sz="14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400" dirty="0">
                <a:solidFill>
                  <a:srgbClr val="7373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8, rue Lemercier, 75017 Paris</a:t>
            </a:r>
            <a:endParaRPr lang="en-US" sz="14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8DC6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re-plug.fr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591</Words>
  <Application>Microsoft Macintosh PowerPoint</Application>
  <PresentationFormat>On-screen Show (16:9)</PresentationFormat>
  <Paragraphs>141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Re-plug — Template de présentation V4</dc:title>
  <dc:subject>PptxGenJS Presentation</dc:subject>
  <dc:creator>Re-plug SAS</dc:creator>
  <cp:lastModifiedBy>Thomas Alix</cp:lastModifiedBy>
  <cp:revision>6</cp:revision>
  <dcterms:created xsi:type="dcterms:W3CDTF">2026-03-11T06:06:25Z</dcterms:created>
  <dcterms:modified xsi:type="dcterms:W3CDTF">2026-03-11T07:08:00Z</dcterms:modified>
</cp:coreProperties>
</file>