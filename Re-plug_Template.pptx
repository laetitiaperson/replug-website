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27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238B-8750-125C-47AA-4E67974F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B078B-CED1-DF02-13CA-B54F2E2A7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C1235-0CBA-ABAD-DF20-9B55FE411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28D6B-C807-618A-8ACD-21F49C97D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2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240AC-3E68-61D1-AE81-7908CC431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82" y="514404"/>
            <a:ext cx="1182757" cy="767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premier sujet abordé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542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deuxième sujet abordé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19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troisième sujet abordé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096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courte du quatrième sujet abordé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8DD515-94F2-C53C-CF55-4A7B42A88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42" y="4665632"/>
            <a:ext cx="503582" cy="3266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B7A6-EC0E-A88A-615A-A88F7259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7F45E6-D2C4-C03D-CDED-1FBE9489632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73E3C3-7563-B9D7-F064-B479B0FF4745}"/>
              </a:ext>
            </a:extLst>
          </p:cNvPr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 slide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F619CF-64AA-AC16-E4A5-091A072C75E1}"/>
              </a:ext>
            </a:extLst>
          </p:cNvPr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1AFF2A-C62B-1A8A-815B-BD3CF72B7B01}"/>
              </a:ext>
            </a:extLst>
          </p:cNvPr>
          <p:cNvSpPr/>
          <p:nvPr/>
        </p:nvSpPr>
        <p:spPr>
          <a:xfrm>
            <a:off x="705016" y="1279497"/>
            <a:ext cx="679571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</a:t>
            </a:r>
            <a:r>
              <a:rPr lang="en-US" sz="1300" dirty="0" err="1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</a:t>
            </a: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434E54"/>
              </a:solidFill>
              <a:latin typeface="DM Sans" pitchFamily="34" charset="0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</a:rPr>
              <a:t>Et </a:t>
            </a:r>
            <a:r>
              <a:rPr lang="en-US" sz="1300" dirty="0" err="1">
                <a:solidFill>
                  <a:srgbClr val="434E54"/>
                </a:solidFill>
                <a:latin typeface="DM Sans" pitchFamily="34" charset="0"/>
              </a:rPr>
              <a:t>ainsi</a:t>
            </a:r>
            <a:r>
              <a:rPr lang="en-US" sz="1300" dirty="0">
                <a:solidFill>
                  <a:srgbClr val="434E54"/>
                </a:solidFill>
                <a:latin typeface="DM Sans" pitchFamily="34" charset="0"/>
              </a:rPr>
              <a:t> de suite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49E827-671E-0295-0A91-5F57D8E697E7}"/>
              </a:ext>
            </a:extLst>
          </p:cNvPr>
          <p:cNvSpPr/>
          <p:nvPr/>
        </p:nvSpPr>
        <p:spPr>
          <a:xfrm>
            <a:off x="4114800" y="4709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9AA27A-F021-03E5-A2B4-6C18EEB03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42" y="4665632"/>
            <a:ext cx="503582" cy="32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E67677-15A9-989A-F86F-42C31354F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42" y="4665632"/>
            <a:ext cx="503582" cy="326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admin@re-plug.fr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FD67F-8B49-F348-D5C2-B9072511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322" y="514404"/>
            <a:ext cx="1182757" cy="7673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175</Words>
  <Application>Microsoft Macintosh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</dc:title>
  <dc:subject>PptxGenJS Presentation</dc:subject>
  <dc:creator>Re-plug SAS</dc:creator>
  <cp:lastModifiedBy>Thomas Alix</cp:lastModifiedBy>
  <cp:revision>2</cp:revision>
  <dcterms:created xsi:type="dcterms:W3CDTF">2026-03-11T04:05:26Z</dcterms:created>
  <dcterms:modified xsi:type="dcterms:W3CDTF">2026-03-11T04:15:23Z</dcterms:modified>
</cp:coreProperties>
</file>