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2834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de la 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premier point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premier sujet abordé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deuxième 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542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deuxième sujet abordé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troisième point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19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troisième sujet abordé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quatrième point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096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quatrième sujet abordé</a:t>
            </a:r>
            <a:endParaRPr lang="en-US" sz="1200" dirty="0"/>
          </a:p>
        </p:txBody>
      </p:sp>
      <p:pic>
        <p:nvPicPr>
          <p:cNvPr id="24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Text 3"/>
          <p:cNvSpPr/>
          <p:nvPr/>
        </p:nvSpPr>
        <p:spPr>
          <a:xfrm>
            <a:off x="705002" y="1279246"/>
            <a:ext cx="679582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point clé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9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18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Fév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6309360" cy="7315"/>
          </a:xfrm>
          <a:prstGeom prst="rect">
            <a:avLst/>
          </a:prstGeom>
          <a:solidFill>
            <a:srgbClr val="CA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Cadrage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78308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4942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— Développement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85032" y="2377440"/>
            <a:ext cx="3008376" cy="274320"/>
          </a:xfrm>
          <a:prstGeom prst="roundRect">
            <a:avLst>
              <a:gd name="adj" fmla="val 16667"/>
            </a:avLst>
          </a:prstGeom>
          <a:solidFill>
            <a:srgbClr val="7AB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84378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 —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88152" y="297180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3814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 — Déploiement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9712" y="356616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03250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5 — Suivi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91272" y="4160520"/>
            <a:ext cx="905256" cy="274320"/>
          </a:xfrm>
          <a:prstGeom prst="roundRect">
            <a:avLst>
              <a:gd name="adj" fmla="val 16667"/>
            </a:avLst>
          </a:prstGeom>
          <a:solidFill>
            <a:srgbClr val="434E54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03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18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8181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96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00" dirty="0"/>
          </a:p>
        </p:txBody>
      </p:sp>
      <p:pic>
        <p:nvPicPr>
          <p:cNvPr id="34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premier point clé de la présentation. Remplacez ce texte par votre contenu.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deuxième point clé de la présentation. Remplacez ce texte par votre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troisième point clé de la présentation. Remplacez ce texte par votre contenu.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quatrième point clé de la présentation. Remplacez ce texte par votre contenu.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000" dirty="0"/>
          </a:p>
        </p:txBody>
      </p:sp>
      <p:pic>
        <p:nvPicPr>
          <p:cNvPr id="26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Poste de dépense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Développement 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20 000 €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10 000 €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45 000 €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&amp; Acquisition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8 000 €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12 000 €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 technique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Ressources humaines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75 000 €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Frais généraux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3 500 €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9 500 €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56 000 €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65 000 €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58 500 €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179 500 €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000" dirty="0"/>
          </a:p>
        </p:txBody>
      </p:sp>
      <p:pic>
        <p:nvPicPr>
          <p:cNvPr id="48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179,5K€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Durée du projet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Croissance visée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Synthèse du projet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Résumez ici les points essentiels de votre projet : contexte, objectifs stratégiques, périmètre d'intervention et résultats attendus. Ce paragraphe doit permettre au lecteur de comprendre l'ensemble du projet en quelques lignes.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Ajoutez un second paragraphe pour détailler les prochaines étapes, les jalons clés ou les conditions de succès du projet.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000" dirty="0"/>
          </a:p>
        </p:txBody>
      </p:sp>
      <p:pic>
        <p:nvPicPr>
          <p:cNvPr id="20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66083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Merci.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474720" y="3200400"/>
            <a:ext cx="2194560" cy="45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admin@re-plug.fr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 rue Lemercier, 75017 Paris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Re-plug — Template de présentation V3</dc:title>
  <dc:subject>PptxGenJS Presentation</dc:subject>
  <dc:creator>Re-plug SAS</dc:creator>
  <cp:lastModifiedBy>Re-plug SAS</cp:lastModifiedBy>
  <cp:revision>1</cp:revision>
  <dcterms:created xsi:type="dcterms:W3CDTF">2026-03-11T04:22:21Z</dcterms:created>
  <dcterms:modified xsi:type="dcterms:W3CDTF">2026-03-11T04:22:21Z</dcterms:modified>
</cp:coreProperties>
</file>