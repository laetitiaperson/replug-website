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44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3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laetitia-person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2834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de la 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</a:rPr>
              <a:t>Agenda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premier 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deuxième point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troisième point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quatrième point</a:t>
            </a:r>
            <a:endParaRPr lang="en-US" sz="1600" dirty="0"/>
          </a:p>
        </p:txBody>
      </p:sp>
      <p:pic>
        <p:nvPicPr>
          <p:cNvPr id="2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 points distinctifs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Expertise industrielle certifiée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Protocoles de réparation standardisés en environnement contrôlé, conformes aux normes européennes.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Diagnostic propriétaire haute précision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Outil logiciel Re-plug exclusif pour l'analyse cellule par cellule et l'évaluation du SOH en temps réel.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Réseau de proximité structuré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Maillage national de partenaires certifiés pour une prise en charge locale rapide et fiable.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Passeport batterie numérique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Traçabilité complète des interventions, historique des cycles et certificat d'état de santé — anticipant la réglementation EU 2027.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Économie circulaire intégrée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Reconditionnement en milieu industriel avec cellules de dernière génération : jusqu'à +20 % d'autonomie.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Garantie 2 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intervention est couverte par une garantie de 2 ans, avec suivi post-réparation via le Passeport batterie.</a:t>
            </a:r>
            <a:endParaRPr lang="en-US" sz="1050" dirty="0"/>
          </a:p>
        </p:txBody>
      </p:sp>
      <p:pic>
        <p:nvPicPr>
          <p:cNvPr id="3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 Person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Associée</a:t>
            </a:r>
            <a:endParaRPr lang="en-US" sz="10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315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laetitia.person@re-plug.fr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 Duriez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350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Jérémie</a:t>
            </a: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Strack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</a:t>
            </a:r>
            <a:endParaRPr lang="en-US" sz="1000" dirty="0"/>
          </a:p>
        </p:txBody>
      </p:sp>
      <p:pic>
        <p:nvPicPr>
          <p:cNvPr id="2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69EF4BD8-A50A-D7FF-8DE5-FBB4CB033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02" y="1603513"/>
            <a:ext cx="1061002" cy="1061002"/>
          </a:xfrm>
          <a:prstGeom prst="ellipse">
            <a:avLst/>
          </a:prstGeom>
          <a:solidFill>
            <a:srgbClr val="0D1B2A"/>
          </a:solidFill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87CBDA26-BF30-37C7-DDDD-608415910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832" y="1590260"/>
            <a:ext cx="1114011" cy="1114011"/>
          </a:xfrm>
          <a:prstGeom prst="ellipse">
            <a:avLst/>
          </a:prstGeom>
          <a:solidFill>
            <a:srgbClr val="0D1B2A"/>
          </a:solidFill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 9">
            <a:hlinkClick r:id="rId3"/>
            <a:extLst>
              <a:ext uri="{FF2B5EF4-FFF2-40B4-BE49-F238E27FC236}">
                <a16:creationId xmlns:a16="http://schemas.microsoft.com/office/drawing/2014/main" id="{C204769D-C03B-6D86-3FCD-86F85A50046E}"/>
              </a:ext>
            </a:extLst>
          </p:cNvPr>
          <p:cNvSpPr/>
          <p:nvPr/>
        </p:nvSpPr>
        <p:spPr>
          <a:xfrm>
            <a:off x="3362078" y="35727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pascal.duriez@re-plug.fr</a:t>
            </a:r>
            <a:endParaRPr lang="en-US" sz="900" dirty="0"/>
          </a:p>
        </p:txBody>
      </p:sp>
      <p:sp>
        <p:nvSpPr>
          <p:cNvPr id="29" name="Text 9">
            <a:hlinkClick r:id="rId3"/>
            <a:extLst>
              <a:ext uri="{FF2B5EF4-FFF2-40B4-BE49-F238E27FC236}">
                <a16:creationId xmlns:a16="http://schemas.microsoft.com/office/drawing/2014/main" id="{D1146E4B-2791-2FDA-86C1-974128D368EF}"/>
              </a:ext>
            </a:extLst>
          </p:cNvPr>
          <p:cNvSpPr/>
          <p:nvPr/>
        </p:nvSpPr>
        <p:spPr>
          <a:xfrm>
            <a:off x="5992636" y="3579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jeremie.strack@re-plug.fr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10C299F-08E4-972F-A272-F27DA4607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791" y="1553542"/>
            <a:ext cx="1163983" cy="1163983"/>
          </a:xfrm>
          <a:prstGeom prst="ellipse">
            <a:avLst/>
          </a:prstGeom>
          <a:solidFill>
            <a:srgbClr val="0D1B2A"/>
          </a:solidFill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5002" y="1279246"/>
            <a:ext cx="679582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pic>
        <p:nvPicPr>
          <p:cNvPr id="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point clé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18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Fév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63093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Cadrage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78308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— Développement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85032" y="2377440"/>
            <a:ext cx="3008376" cy="274320"/>
          </a:xfrm>
          <a:prstGeom prst="roundRect">
            <a:avLst>
              <a:gd name="adj" fmla="val 16667"/>
            </a:avLst>
          </a:prstGeom>
          <a:solidFill>
            <a:srgbClr val="7AB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4378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 —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88152" y="297180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43814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 — Déploiement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9712" y="356616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03250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5 — Suivi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91272" y="4160520"/>
            <a:ext cx="905256" cy="274320"/>
          </a:xfrm>
          <a:prstGeom prst="roundRect">
            <a:avLst>
              <a:gd name="adj" fmla="val 16667"/>
            </a:avLst>
          </a:prstGeom>
          <a:solidFill>
            <a:srgbClr val="434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premier point clé de la présentation. Remplacez ce texte par votre contenu.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deuxième point clé de la présentation. Remplacez ce texte par votre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troisième point clé de la présentation. Remplacez ce texte par votre contenu.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quatrième point clé de la présentation. Remplacez ce texte par votre contenu.</a:t>
            </a:r>
            <a:endParaRPr lang="en-US" sz="1100" dirty="0"/>
          </a:p>
        </p:txBody>
      </p:sp>
      <p:pic>
        <p:nvPicPr>
          <p:cNvPr id="26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Poste de dépense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Développement 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20 000 €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10 000 €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45 000 €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&amp; Acquisition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8 000 €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12 000 €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 technique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Ressources humaines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75 000 €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Frais généraux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3 500 €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9 500 €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56 000 €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65 000 €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58 500 €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179 500 €</a:t>
            </a:r>
            <a:endParaRPr lang="en-US" sz="1100" dirty="0"/>
          </a:p>
        </p:txBody>
      </p:sp>
      <p:pic>
        <p:nvPicPr>
          <p:cNvPr id="48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Autres</a:t>
            </a: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179,5K€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Durée du projet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Croissance visée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Synthèse du projet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Résumez ici les points essentiels de votre projet : contexte, objectifs stratégiques, périmètre d'intervention et résultats attendus. Ce paragraphe doit permettre au lecteur de comprendre l'ensemble du projet en quelques lignes.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endParaRPr lang="en-US" sz="1200" dirty="0"/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Ajoutez un second paragraphe pour détailler les prochaines étapes, les jalons clés ou les conditions de succès du projet.</a:t>
            </a:r>
            <a:endParaRPr lang="en-US" sz="1200" dirty="0"/>
          </a:p>
        </p:txBody>
      </p:sp>
      <p:pic>
        <p:nvPicPr>
          <p:cNvPr id="2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66083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Merci.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474720" y="3200400"/>
            <a:ext cx="21945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contact@re-plug.fr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 rue Lemercier, 75017 Paris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591</Words>
  <Application>Microsoft Macintosh PowerPoint</Application>
  <PresentationFormat>On-screen Show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Re-plug — Template de présentation V4</dc:title>
  <dc:subject>PptxGenJS Presentation</dc:subject>
  <dc:creator>Re-plug SAS</dc:creator>
  <cp:lastModifiedBy>Thomas Alix</cp:lastModifiedBy>
  <cp:revision>5</cp:revision>
  <dcterms:created xsi:type="dcterms:W3CDTF">2026-03-11T06:06:25Z</dcterms:created>
  <dcterms:modified xsi:type="dcterms:W3CDTF">2026-03-11T06:15:33Z</dcterms:modified>
</cp:coreProperties>
</file>